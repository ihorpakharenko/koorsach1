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1" r:id="rId4"/>
    <p:sldId id="262" r:id="rId5"/>
    <p:sldId id="263" r:id="rId6"/>
    <p:sldId id="264"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577600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2853246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2749372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D959C04-DA91-46D8-90E8-02F3CF18E021}" type="datetimeFigureOut">
              <a:rPr lang="en-US" smtClean="0"/>
              <a:t>13-May-19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673902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D959C04-DA91-46D8-90E8-02F3CF18E021}" type="datetimeFigureOut">
              <a:rPr lang="en-US" smtClean="0"/>
              <a:t>13-May-19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297608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D959C04-DA91-46D8-90E8-02F3CF18E021}" type="datetimeFigureOut">
              <a:rPr lang="en-US" smtClean="0"/>
              <a:t>13-May-19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101499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959C04-DA91-46D8-90E8-02F3CF18E021}" type="datetimeFigureOut">
              <a:rPr lang="en-US" smtClean="0"/>
              <a:t>13-May-19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741620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D959C04-DA91-46D8-90E8-02F3CF18E021}" type="datetimeFigureOut">
              <a:rPr lang="en-US" smtClean="0"/>
              <a:t>13-May-19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3173718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3885810" y="6041362"/>
            <a:ext cx="976879" cy="365125"/>
          </a:xfrm>
        </p:spPr>
        <p:txBody>
          <a:bodyPr/>
          <a:lstStyle/>
          <a:p>
            <a:fld id="{3D959C04-DA91-46D8-90E8-02F3CF18E021}" type="datetimeFigureOut">
              <a:rPr lang="en-US" smtClean="0"/>
              <a:t>13-May-19</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3028689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D959C04-DA91-46D8-90E8-02F3CF18E021}" type="datetimeFigureOut">
              <a:rPr lang="en-US" smtClean="0"/>
              <a:t>13-May-19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270854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Edit Master text styles</a:t>
            </a:r>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014604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Edit Master text styles</a:t>
            </a:r>
          </a:p>
        </p:txBody>
      </p:sp>
      <p:sp>
        <p:nvSpPr>
          <p:cNvPr id="2" name="Date Placeholder 1"/>
          <p:cNvSpPr>
            <a:spLocks noGrp="1"/>
          </p:cNvSpPr>
          <p:nvPr>
            <p:ph type="dt" sz="half" idx="10"/>
          </p:nvPr>
        </p:nvSpPr>
        <p:spPr/>
        <p:txBody>
          <a:bodyPr/>
          <a:lstStyle/>
          <a:p>
            <a:fld id="{3D959C04-DA91-46D8-90E8-02F3CF18E021}" type="datetimeFigureOut">
              <a:rPr lang="en-US" smtClean="0"/>
              <a:t>13-May-19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2292446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1622860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59C04-DA91-46D8-90E8-02F3CF18E021}" type="datetimeFigureOut">
              <a:rPr lang="en-US" smtClean="0"/>
              <a:t>13-May-19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A791E4-15A3-4663-860C-9B3E25F9C25B}" type="slidenum">
              <a:rPr lang="en-US" smtClean="0"/>
              <a:t>‹#›</a:t>
            </a:fld>
            <a:endParaRPr lang="en-US"/>
          </a:p>
        </p:txBody>
      </p:sp>
    </p:spTree>
    <p:extLst>
      <p:ext uri="{BB962C8B-B14F-4D97-AF65-F5344CB8AC3E}">
        <p14:creationId xmlns:p14="http://schemas.microsoft.com/office/powerpoint/2010/main" val="3591703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3D959C04-DA91-46D8-90E8-02F3CF18E021}" type="datetimeFigureOut">
              <a:rPr lang="en-US" smtClean="0"/>
              <a:t>13-May-19</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FA791E4-15A3-4663-860C-9B3E25F9C25B}" type="slidenum">
              <a:rPr lang="en-US" smtClean="0"/>
              <a:t>‹#›</a:t>
            </a:fld>
            <a:endParaRPr lang="en-US"/>
          </a:p>
        </p:txBody>
      </p:sp>
    </p:spTree>
    <p:extLst>
      <p:ext uri="{BB962C8B-B14F-4D97-AF65-F5344CB8AC3E}">
        <p14:creationId xmlns:p14="http://schemas.microsoft.com/office/powerpoint/2010/main" val="12735196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Course project</a:t>
            </a:r>
            <a:endParaRPr lang="en-US" dirty="0"/>
          </a:p>
        </p:txBody>
      </p:sp>
      <p:sp>
        <p:nvSpPr>
          <p:cNvPr id="3" name="Subtitle 2"/>
          <p:cNvSpPr>
            <a:spLocks noGrp="1"/>
          </p:cNvSpPr>
          <p:nvPr>
            <p:ph type="subTitle" idx="1"/>
          </p:nvPr>
        </p:nvSpPr>
        <p:spPr/>
        <p:txBody>
          <a:bodyPr>
            <a:noAutofit/>
          </a:bodyPr>
          <a:lstStyle/>
          <a:p>
            <a:r>
              <a:rPr lang="en-US" sz="2800" dirty="0" smtClean="0"/>
              <a:t>Transposition Cipher</a:t>
            </a:r>
            <a:endParaRPr lang="en-US" sz="2800" dirty="0"/>
          </a:p>
        </p:txBody>
      </p:sp>
      <p:sp>
        <p:nvSpPr>
          <p:cNvPr id="5" name="TextBox 4"/>
          <p:cNvSpPr txBox="1"/>
          <p:nvPr/>
        </p:nvSpPr>
        <p:spPr>
          <a:xfrm>
            <a:off x="3623539" y="6268916"/>
            <a:ext cx="8632937" cy="369332"/>
          </a:xfrm>
          <a:prstGeom prst="rect">
            <a:avLst/>
          </a:prstGeom>
          <a:noFill/>
        </p:spPr>
        <p:txBody>
          <a:bodyPr wrap="square" rtlCol="0">
            <a:spAutoFit/>
          </a:bodyPr>
          <a:lstStyle/>
          <a:p>
            <a:r>
              <a:rPr lang="en-US" dirty="0" smtClean="0"/>
              <a:t>By: </a:t>
            </a:r>
            <a:r>
              <a:rPr lang="en-US" dirty="0" err="1" smtClean="0"/>
              <a:t>Ihor</a:t>
            </a:r>
            <a:r>
              <a:rPr lang="en-US" dirty="0" smtClean="0"/>
              <a:t> </a:t>
            </a:r>
            <a:r>
              <a:rPr lang="en-US" dirty="0" err="1" smtClean="0"/>
              <a:t>Pakharenko</a:t>
            </a:r>
            <a:r>
              <a:rPr lang="en-US" dirty="0" smtClean="0"/>
              <a:t>. Head of the course project: </a:t>
            </a:r>
            <a:r>
              <a:rPr lang="en-US" dirty="0" err="1" smtClean="0"/>
              <a:t>Volodymyr</a:t>
            </a:r>
            <a:r>
              <a:rPr lang="en-US" dirty="0" smtClean="0"/>
              <a:t> </a:t>
            </a:r>
            <a:r>
              <a:rPr lang="en-US" dirty="0" err="1" smtClean="0"/>
              <a:t>Serdychenko</a:t>
            </a:r>
            <a:endParaRPr lang="en-US" dirty="0"/>
          </a:p>
        </p:txBody>
      </p:sp>
    </p:spTree>
    <p:extLst>
      <p:ext uri="{BB962C8B-B14F-4D97-AF65-F5344CB8AC3E}">
        <p14:creationId xmlns:p14="http://schemas.microsoft.com/office/powerpoint/2010/main" val="23124614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Aims and tasks</a:t>
            </a:r>
            <a:endParaRPr lang="en-US" dirty="0"/>
          </a:p>
        </p:txBody>
      </p:sp>
      <p:sp>
        <p:nvSpPr>
          <p:cNvPr id="3" name="Text Placeholder 2"/>
          <p:cNvSpPr>
            <a:spLocks noGrp="1"/>
          </p:cNvSpPr>
          <p:nvPr>
            <p:ph type="body" idx="1"/>
          </p:nvPr>
        </p:nvSpPr>
        <p:spPr/>
        <p:txBody>
          <a:bodyPr/>
          <a:lstStyle/>
          <a:p>
            <a:r>
              <a:rPr lang="en-US" dirty="0" smtClean="0"/>
              <a:t>Aims</a:t>
            </a:r>
            <a:endParaRPr lang="en-US" dirty="0"/>
          </a:p>
        </p:txBody>
      </p:sp>
      <p:sp>
        <p:nvSpPr>
          <p:cNvPr id="4" name="Content Placeholder 3"/>
          <p:cNvSpPr>
            <a:spLocks noGrp="1"/>
          </p:cNvSpPr>
          <p:nvPr>
            <p:ph sz="half" idx="2"/>
          </p:nvPr>
        </p:nvSpPr>
        <p:spPr/>
        <p:txBody>
          <a:bodyPr/>
          <a:lstStyle/>
          <a:p>
            <a:r>
              <a:rPr lang="en-US" dirty="0" smtClean="0"/>
              <a:t>To improve skills of writing C# code</a:t>
            </a:r>
          </a:p>
          <a:p>
            <a:r>
              <a:rPr lang="en-US" dirty="0" smtClean="0"/>
              <a:t>To get some knowledge about ciphers</a:t>
            </a:r>
          </a:p>
          <a:p>
            <a:r>
              <a:rPr lang="en-US" dirty="0" smtClean="0"/>
              <a:t>To create a program that lets the user to encipher and decipher text with columnar transposition cipher</a:t>
            </a:r>
          </a:p>
        </p:txBody>
      </p:sp>
      <p:sp>
        <p:nvSpPr>
          <p:cNvPr id="5" name="Text Placeholder 4"/>
          <p:cNvSpPr>
            <a:spLocks noGrp="1"/>
          </p:cNvSpPr>
          <p:nvPr>
            <p:ph type="body" sz="quarter" idx="3"/>
          </p:nvPr>
        </p:nvSpPr>
        <p:spPr/>
        <p:txBody>
          <a:bodyPr/>
          <a:lstStyle/>
          <a:p>
            <a:r>
              <a:rPr lang="en-US" dirty="0" smtClean="0"/>
              <a:t>Tasks</a:t>
            </a:r>
            <a:endParaRPr lang="en-US" dirty="0"/>
          </a:p>
        </p:txBody>
      </p:sp>
      <p:sp>
        <p:nvSpPr>
          <p:cNvPr id="6" name="Content Placeholder 5"/>
          <p:cNvSpPr>
            <a:spLocks noGrp="1"/>
          </p:cNvSpPr>
          <p:nvPr>
            <p:ph sz="quarter" idx="4"/>
          </p:nvPr>
        </p:nvSpPr>
        <p:spPr/>
        <p:txBody>
          <a:bodyPr/>
          <a:lstStyle/>
          <a:p>
            <a:r>
              <a:rPr lang="en-US" dirty="0" smtClean="0"/>
              <a:t>To examine information sources</a:t>
            </a:r>
          </a:p>
          <a:p>
            <a:r>
              <a:rPr lang="en-US" dirty="0" smtClean="0"/>
              <a:t>To implement columnar transposition cipher</a:t>
            </a:r>
          </a:p>
          <a:p>
            <a:r>
              <a:rPr lang="en-US" dirty="0" smtClean="0"/>
              <a:t>To test the UI and the cipher itself of the created application</a:t>
            </a:r>
            <a:endParaRPr lang="en-US" dirty="0"/>
          </a:p>
        </p:txBody>
      </p:sp>
    </p:spTree>
    <p:extLst>
      <p:ext uri="{BB962C8B-B14F-4D97-AF65-F5344CB8AC3E}">
        <p14:creationId xmlns:p14="http://schemas.microsoft.com/office/powerpoint/2010/main" val="2619115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Encipher method flowchart</a:t>
            </a:r>
            <a:endParaRPr lang="en-US" dirty="0"/>
          </a:p>
        </p:txBody>
      </p:sp>
      <p:pic>
        <p:nvPicPr>
          <p:cNvPr id="1026" name="Picture 2" descr="Untitled Diagram-Page-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07" y="2312376"/>
            <a:ext cx="3339737" cy="4382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Untitled Diagram-Page-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6664" y="2312375"/>
            <a:ext cx="2191178" cy="4382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175062" y="2312375"/>
            <a:ext cx="5465953" cy="2031325"/>
          </a:xfrm>
          <a:prstGeom prst="rect">
            <a:avLst/>
          </a:prstGeom>
          <a:noFill/>
        </p:spPr>
        <p:txBody>
          <a:bodyPr wrap="square" rtlCol="0">
            <a:spAutoFit/>
          </a:bodyPr>
          <a:lstStyle/>
          <a:p>
            <a:r>
              <a:rPr lang="en-US" dirty="0" smtClean="0"/>
              <a:t>The basic principle of this algorithm is very simple. What we do here is:</a:t>
            </a:r>
          </a:p>
          <a:p>
            <a:pPr marL="342900" indent="-342900">
              <a:buAutoNum type="arabicPeriod"/>
            </a:pPr>
            <a:r>
              <a:rPr lang="en-US" dirty="0" smtClean="0"/>
              <a:t>Put every char of the input in a matrix</a:t>
            </a:r>
          </a:p>
          <a:p>
            <a:pPr marL="342900" indent="-342900">
              <a:buAutoNum type="arabicPeriod"/>
            </a:pPr>
            <a:r>
              <a:rPr lang="en-US" dirty="0" smtClean="0"/>
              <a:t>Transpose it </a:t>
            </a:r>
          </a:p>
          <a:p>
            <a:pPr marL="342900" indent="-342900">
              <a:buAutoNum type="arabicPeriod"/>
            </a:pPr>
            <a:r>
              <a:rPr lang="en-US" dirty="0" smtClean="0"/>
              <a:t>Change the column order in the matrix. The new order is defined by passed key</a:t>
            </a:r>
          </a:p>
          <a:p>
            <a:pPr marL="342900" indent="-342900">
              <a:buAutoNum type="arabicPeriod"/>
            </a:pPr>
            <a:r>
              <a:rPr lang="en-US" dirty="0" smtClean="0"/>
              <a:t>Make a string out of the matrix and return it</a:t>
            </a:r>
          </a:p>
        </p:txBody>
      </p:sp>
    </p:spTree>
    <p:extLst>
      <p:ext uri="{BB962C8B-B14F-4D97-AF65-F5344CB8AC3E}">
        <p14:creationId xmlns:p14="http://schemas.microsoft.com/office/powerpoint/2010/main" val="15187381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Decipher method flowchart</a:t>
            </a:r>
            <a:endParaRPr lang="en-US" dirty="0"/>
          </a:p>
        </p:txBody>
      </p:sp>
      <p:sp>
        <p:nvSpPr>
          <p:cNvPr id="3" name="TextBox 2"/>
          <p:cNvSpPr txBox="1"/>
          <p:nvPr/>
        </p:nvSpPr>
        <p:spPr>
          <a:xfrm>
            <a:off x="6175062" y="2312375"/>
            <a:ext cx="5465953" cy="923330"/>
          </a:xfrm>
          <a:prstGeom prst="rect">
            <a:avLst/>
          </a:prstGeom>
          <a:noFill/>
        </p:spPr>
        <p:txBody>
          <a:bodyPr wrap="square" rtlCol="0">
            <a:spAutoFit/>
          </a:bodyPr>
          <a:lstStyle/>
          <a:p>
            <a:r>
              <a:rPr lang="en-US" dirty="0" smtClean="0"/>
              <a:t>Here we are doing exactly the same as in Encipher, but we don`t sort the columns once more. Instead, we reverse this operation.</a:t>
            </a:r>
          </a:p>
        </p:txBody>
      </p:sp>
      <p:pic>
        <p:nvPicPr>
          <p:cNvPr id="2050" name="Picture 2" descr="Untitled Diagram-Page-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24" y="2312374"/>
            <a:ext cx="3054369" cy="4382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Untitled Diagram-Page-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4632" y="2312373"/>
            <a:ext cx="2191178" cy="4382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6015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GetShiftIndexes</a:t>
            </a:r>
            <a:r>
              <a:rPr lang="en-US" dirty="0" smtClean="0"/>
              <a:t> method flowchart</a:t>
            </a:r>
            <a:endParaRPr lang="en-US" dirty="0"/>
          </a:p>
        </p:txBody>
      </p:sp>
      <p:sp>
        <p:nvSpPr>
          <p:cNvPr id="3" name="TextBox 2"/>
          <p:cNvSpPr txBox="1"/>
          <p:nvPr/>
        </p:nvSpPr>
        <p:spPr>
          <a:xfrm>
            <a:off x="4522108" y="2317221"/>
            <a:ext cx="5465953" cy="923330"/>
          </a:xfrm>
          <a:prstGeom prst="rect">
            <a:avLst/>
          </a:prstGeom>
          <a:noFill/>
        </p:spPr>
        <p:txBody>
          <a:bodyPr wrap="square" rtlCol="0">
            <a:spAutoFit/>
          </a:bodyPr>
          <a:lstStyle/>
          <a:p>
            <a:r>
              <a:rPr lang="en-US" dirty="0" smtClean="0"/>
              <a:t>This method sorts the passed key and returns an array of integers (like [4, 3, 0, 1, 2]) indicating the order of reading columns in the matrix.</a:t>
            </a:r>
          </a:p>
        </p:txBody>
      </p:sp>
      <p:pic>
        <p:nvPicPr>
          <p:cNvPr id="3074" name="Picture 2" descr="Untitled Diagram-Page-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856" y="2322065"/>
            <a:ext cx="2281236" cy="4377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631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UI</a:t>
            </a:r>
            <a:endParaRPr lang="en-US" dirty="0"/>
          </a:p>
        </p:txBody>
      </p:sp>
      <p:pic>
        <p:nvPicPr>
          <p:cNvPr id="4" name="Content Placeholder 3"/>
          <p:cNvPicPr>
            <a:picLocks noGrp="1" noChangeAspect="1"/>
          </p:cNvPicPr>
          <p:nvPr>
            <p:ph idx="1"/>
          </p:nvPr>
        </p:nvPicPr>
        <p:blipFill>
          <a:blip r:embed="rId2"/>
          <a:stretch>
            <a:fillRect/>
          </a:stretch>
        </p:blipFill>
        <p:spPr>
          <a:xfrm>
            <a:off x="810000" y="2424723"/>
            <a:ext cx="6051544" cy="3636963"/>
          </a:xfrm>
          <a:prstGeom prst="rect">
            <a:avLst/>
          </a:prstGeom>
        </p:spPr>
      </p:pic>
      <p:sp>
        <p:nvSpPr>
          <p:cNvPr id="5" name="TextBox 4"/>
          <p:cNvSpPr txBox="1"/>
          <p:nvPr/>
        </p:nvSpPr>
        <p:spPr>
          <a:xfrm>
            <a:off x="7183316" y="2424723"/>
            <a:ext cx="4686301" cy="2031325"/>
          </a:xfrm>
          <a:prstGeom prst="rect">
            <a:avLst/>
          </a:prstGeom>
          <a:noFill/>
        </p:spPr>
        <p:txBody>
          <a:bodyPr wrap="square" rtlCol="0">
            <a:spAutoFit/>
          </a:bodyPr>
          <a:lstStyle/>
          <a:p>
            <a:r>
              <a:rPr lang="en-US" dirty="0" smtClean="0"/>
              <a:t>The UI is very simple. It consists of two buttons (Decipher &amp; Encipher) two fields for a key, one field for the text to encipher and one for the text to decipher. There are two more disabled text boxes in the middle of the window, just to add some clarity to the UI.</a:t>
            </a:r>
            <a:endParaRPr lang="en-US" dirty="0"/>
          </a:p>
        </p:txBody>
      </p:sp>
    </p:spTree>
    <p:extLst>
      <p:ext uri="{BB962C8B-B14F-4D97-AF65-F5344CB8AC3E}">
        <p14:creationId xmlns:p14="http://schemas.microsoft.com/office/powerpoint/2010/main" val="80775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TextBox 2"/>
          <p:cNvSpPr txBox="1"/>
          <p:nvPr/>
        </p:nvSpPr>
        <p:spPr>
          <a:xfrm>
            <a:off x="810000" y="2444262"/>
            <a:ext cx="7111869" cy="1754326"/>
          </a:xfrm>
          <a:prstGeom prst="rect">
            <a:avLst/>
          </a:prstGeom>
          <a:noFill/>
        </p:spPr>
        <p:txBody>
          <a:bodyPr wrap="square" rtlCol="0">
            <a:spAutoFit/>
          </a:bodyPr>
          <a:lstStyle/>
          <a:p>
            <a:r>
              <a:rPr lang="en-US" dirty="0" smtClean="0"/>
              <a:t>The application does its job. It lets the user to use the columnar transposition cipher for enciphering/deciphering any text messages of any length.</a:t>
            </a:r>
          </a:p>
          <a:p>
            <a:r>
              <a:rPr lang="en-US" dirty="0" smtClean="0"/>
              <a:t>Though the cipher is very old and isn`t used for serious purposes anymore, it might be interesting for students starting to look into ciphers, because it is concise and intuitive.</a:t>
            </a:r>
            <a:endParaRPr lang="en-US" dirty="0"/>
          </a:p>
        </p:txBody>
      </p:sp>
    </p:spTree>
    <p:extLst>
      <p:ext uri="{BB962C8B-B14F-4D97-AF65-F5344CB8AC3E}">
        <p14:creationId xmlns:p14="http://schemas.microsoft.com/office/powerpoint/2010/main" val="382355596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415</TotalTime>
  <Words>318</Words>
  <Application>Microsoft Office PowerPoint</Application>
  <PresentationFormat>Widescreen</PresentationFormat>
  <Paragraphs>27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Century Gothic</vt:lpstr>
      <vt:lpstr>Wingdings 2</vt:lpstr>
      <vt:lpstr>Quotable</vt:lpstr>
      <vt:lpstr>Course project</vt:lpstr>
      <vt:lpstr>Aims and tasks</vt:lpstr>
      <vt:lpstr>Encipher method flowchart</vt:lpstr>
      <vt:lpstr>Decipher method flowchart</vt:lpstr>
      <vt:lpstr>GetShiftIndexes method flowchart</vt:lpstr>
      <vt:lpstr>UI</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project</dc:title>
  <dc:creator>Пользователь Windows</dc:creator>
  <cp:lastModifiedBy>Пользователь Windows</cp:lastModifiedBy>
  <cp:revision>11</cp:revision>
  <dcterms:created xsi:type="dcterms:W3CDTF">2019-05-13T08:56:13Z</dcterms:created>
  <dcterms:modified xsi:type="dcterms:W3CDTF">2019-05-13T15:51:20Z</dcterms:modified>
</cp:coreProperties>
</file>